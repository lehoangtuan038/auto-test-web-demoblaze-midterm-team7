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424160" cy="4114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75DCD6"/>
                </a:solidFill>
                <a:latin typeface="Aptos"/>
              </a:defRPr>
            </a:pPr>
            <a:r>
              <a:t>ĐỀ TÀI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1430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KIỂM THỬ TỰ ĐỘNG</a:t>
            </a:r>
          </a:p>
          <a:p>
            <a:pPr>
              <a:spcAft>
                <a:spcPts val="9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DEMOBLAZE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3657600"/>
            <a:ext cx="9875520" cy="7315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DAE6F2"/>
                </a:solidFill>
                <a:latin typeface="Aptos"/>
              </a:defRPr>
            </a:pPr>
            <a:r>
              <a:t>Selenium WebDriver • Python •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5074920"/>
            <a:ext cx="10058400" cy="4572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Thành viên: [Tên thành viên 1] • [Tên thành viên 2] • [Tên thành viên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5614416"/>
            <a:ext cx="960120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9CADB"/>
                </a:solidFill>
                <a:latin typeface="Aptos"/>
              </a:defRPr>
            </a:pPr>
            <a:r>
              <a:t>Lớp: [Tên lớp]    Giảng viên: [Tên giảng viên]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Mục tiêu và phạm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Tự động hóa các luồng mua hàng trên website Demoblaze.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Dùng Selenium WebDriver điều khiển Chrome bằng Python; pytest tổ chức và chạy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Bao phủ đăng ký/đăng nhập, catalog, giỏ hàng và checkout.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Phân loại 5 Smoke Test và 11 Regression Test; lưu kết quả HTML và bảng Excel.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Automation Test là gì?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Dùng chương trình thực hiện thao tác và so sánh kết quả thực tế với kết quả mong đợi.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Có thể chạy lặp lại cùng một bộ dữ liệu, giảm thao tác thủ công và lỗi nhập liệu.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Phù hợp cho luồng ổn định, kiểm thử hồi quy và kiểm tra sau mỗi thay đổi.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Không thay thế hoàn toàn kiểm thử khám phá hoặc đánh giá trải nghiệm người dùng.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Khi nào nên tự động hóa?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Luồng nghiệp vụ lặp lại nhiều lần và có kết quả kiểm tra rõ ràng.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Các chức năng quan trọng cần kiểm tra ở mỗi lần cập nhật.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Có môi trường và dữ liệu kiểm thử ổn định; kết quả có thể xác minh.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Cân nhắc chi phí bảo trì locator, thay đổi giao diện và phụ thuộc mạng.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So sánh công cụ và lựa chọn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927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297680"/>
                <a:gridCol w="4663440"/>
              </a:tblGrid>
              <a:tr h="8686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Công cụ</a:t>
                      </a:r>
                    </a:p>
                  </a:txBody>
                  <a:tcPr marL="91440" marR="91440" marT="73152" marB="45720" anchor="ctr">
                    <a:solidFill>
                      <a:srgbClr val="182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Điểm mạnh</a:t>
                      </a:r>
                    </a:p>
                  </a:txBody>
                  <a:tcPr marL="91440" marR="91440" marT="73152" marB="45720" anchor="ctr">
                    <a:solidFill>
                      <a:srgbClr val="182D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Lưu ý</a:t>
                      </a:r>
                    </a:p>
                  </a:txBody>
                  <a:tcPr marL="91440" marR="91440" marT="73152" marB="45720" anchor="ctr">
                    <a:solidFill>
                      <a:srgbClr val="182D4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Selenium WebDriver</a:t>
                      </a:r>
                    </a:p>
                  </a:txBody>
                  <a:tcPr marL="91440" marR="91440" marT="73152" marB="45720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Hệ sinh thái lớn; Python/Java; phù hợp kiểm thử trình duyệt.</a:t>
                      </a:r>
                    </a:p>
                  </a:txBody>
                  <a:tcPr marL="91440" marR="91440" marT="73152" marB="45720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Chờ phần tử và quản lý driver cần thiết kế rõ ràng.</a:t>
                      </a:r>
                    </a:p>
                  </a:txBody>
                  <a:tcPr marL="91440" marR="91440" marT="73152" marB="45720" anchor="ctr">
                    <a:solidFill>
                      <a:srgbClr val="EDF4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Playwright</a:t>
                      </a:r>
                    </a:p>
                  </a:txBody>
                  <a:tcPr marL="91440" marR="91440" marT="73152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Tự chờ tốt; API hiện đại; có Codegen.</a:t>
                      </a:r>
                    </a:p>
                  </a:txBody>
                  <a:tcPr marL="91440" marR="91440" marT="73152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Khác công cụ Selenium được yêu cầu trong đề.</a:t>
                      </a:r>
                    </a:p>
                  </a:txBody>
                  <a:tcPr marL="91440" marR="91440" marT="73152" marB="45720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Postman</a:t>
                      </a:r>
                    </a:p>
                  </a:txBody>
                  <a:tcPr marL="91440" marR="91440" marT="73152" marB="45720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Thuận tiện kiểm thử API.</a:t>
                      </a:r>
                    </a:p>
                  </a:txBody>
                  <a:tcPr marL="91440" marR="91440" marT="73152" marB="45720" anchor="ctr">
                    <a:solidFill>
                      <a:srgbClr val="ED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Không tự kiểm thử giao diện người dùng như yêu cầu luồng web.</a:t>
                      </a:r>
                    </a:p>
                  </a:txBody>
                  <a:tcPr marL="91440" marR="91440" marT="73152" marB="45720" anchor="ctr">
                    <a:solidFill>
                      <a:srgbClr val="EDF4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82D4D"/>
                </a:solidFill>
                <a:latin typeface="Aptos"/>
              </a:defRPr>
            </a:pPr>
            <a:r>
              <a:t>Lựa chọn: Selenium WebDriver + Python theo yêu cầu đề tài; pytest để nhóm test, marker và tạo báo cáo.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Website được kiểm thử: Demoblaze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URL: https://demoblaze.com/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Website demo bán điện thoại, laptop và màn hình; có đăng ký/đăng nhập.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Luồng chính: chọn sản phẩm → thêm vào Cart → Place Order → Purchase.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Trang dùng modal và JavaScript alert; test cần chờ trạng thái thay đổi trước khi thao tác.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Cấu trúc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conftest.py: cấu hình Chrome, fixture browser và tùy chọn --headed.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tests/helpers.py: thao tác dùng chung, wait, đăng nhập, giỏ hàng và checkout.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tests/test_login.py: đăng ký, đăng nhập, đăng xuất và trường hợp lỗi.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tests/test_cart.py và tests/test_checkout.py: danh mục, giỏ hàng, đặt hàng.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4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58184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pytest.ini, requirements.txt, README.md; kèm test case Excel và slide trình bày.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Luồng thực thi của Selenium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pytest khởi tạo fixture → Selenium WebDriver mở Chrome.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WebDriver tìm phần tử theo ID/CSS/XPath và thực hiện click/nhập liệu.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WebDriverWait đợi điều kiện cụ thể thay vì chờ cố định.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Assertion so sánh URL, alert, dòng sản phẩm hoặc thông báo xác nhận.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4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58184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Fixture đóng trình duyệt sau mỗi test để giảm ảnh hưởng dữ liệu giữa các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Smoke Test và Regression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Smoke (5 case): kiểm tra các luồng thiết yếu có thể sử dụng.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Đăng ký/đăng nhập, hiển thị catalog, thêm sản phẩm, checkout thành công, đăng xuất.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Regression (11 case): kiểm tra lỗi nhập liệu, lọc/phân trang và biên của giỏ/checkout.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Chạy nhanh Smoke bằng pytest -m smoke; chạy đầy đủ bằng pytest.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Đăng nhập, catalog và giỏ hàng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Tài khoản kiểm thử được tạo với username ngẫu nhiên để tránh trùng dữ liệu.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Kiểm tra sai mật khẩu, thiếu username/password và đăng ký username đã tồn tại.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Catalog: xác nhận sản phẩm hiển thị, lọc Phones và chuyển sang trang kế tiếp.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Giỏ: thêm sản phẩm, xác nhận dòng hàng, xóa sản phẩm cuối và kiểm tra giỏ rỗng.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Checkout và xác minh tổng tiền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Luồng thành công: Place Order → nhập thông tin → Purchase → thông báo cảm 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Kiểm tra validation khi thiếu Name hoặc Credit 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Giỏ rỗng: xác nhận không có dòng hàng và có thể mở form; không gửi đơn.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Đối chiếu Total trong Cart với tổng giá từng sản phẩm.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Chạy test và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Cài: py -m venv .venv; kích hoạt môi trường; pip install -r requirements.txt.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Chạy toàn bộ: pytest; trình diễn trình duyệt: pytest --headed.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Chạy theo nhóm: pytest -m smoke hoặc pytest -m regression.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Xuất báo cáo: pytest --html=results/report.html --self-contained-html.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4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58184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Selenium Manager cần mạng lần đầu để chuẩn bị driver tương thích Chrome.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Kết quả chạy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Bộ test gồm 16 case: 5 Smoke và 11 Regression.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Kết quả xác minh gần nhất: 16/16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Báo cáo HTML được tạo trong thư mục results/ sau khi chạy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Excel liệt kê ID, bước, dữ liệu, kết quả mong đợi, hàm test và kết quả chạy.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Khó khăn, giới hạn và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Ứng dụng dùng alert JavaScript và dữ liệu tải bất đồng bộ: cần explicit wait.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Demoblaze không có locked account, sắp xếp, ZIP code, badge hoặc thuế.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Đã thay bằng chức năng tương đương có thật: user trùng, lọc/phân trang, kiểm tra card và tổng giá.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Website demo công cộng có thể thay đổi hoặc chậm; test phụ thuộc kết nối mạng.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4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58184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Bài học: locator rõ ràng, test độc lập, dữ liệu riêng và báo cáo kết quả có thể tái lập.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82D4D"/>
                </a:solidFill>
                <a:latin typeface="Aptos"/>
              </a:defRPr>
            </a:pPr>
            <a:r>
              <a:t>Kết luận và phân công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1417320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Selenium + Python + pytest tự động hóa được các luồng cốt lõi trên Demoblaze.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02536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Người 1: cấu trúc, cài đặt, fixture và demo; Người 2: đăng nhập và test case Excel.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587752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Người 3: giỏ hàng, checkout và nội dung trình bày.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72968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Cập nhật tên thành viên, lớp và giảng viên trước khi nộp.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4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08F91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58184"/>
            <a:ext cx="10131552" cy="585216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63238"/>
                </a:solidFill>
                <a:latin typeface="Aptos"/>
              </a:defRPr>
            </a:pPr>
            <a:r>
              <a:t>Cảm ơn thầy/cô và các bạn!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961120" cy="1828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D78"/>
                </a:solidFill>
                <a:latin typeface="Aptos"/>
              </a:defRPr>
            </a:pPr>
            <a:r>
              <a:t>KIỂM THỬ TỰ ĐỘNG • DEMOBLAZE • SELENIUM +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F6D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